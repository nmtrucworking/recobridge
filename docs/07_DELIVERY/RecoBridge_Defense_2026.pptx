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80b13fc38d4541" /><Relationship Type="http://schemas.openxmlformats.org/officeDocument/2006/relationships/extended-properties" Target="/docProps/app.xml" Id="R114a8ce1be184243" /><Relationship Type="http://schemas.openxmlformats.org/officeDocument/2006/relationships/officeDocument" Target="/ppt/presentation.xml" Id="R2e5b5cd61c2d47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65fae614ff4e14"/>
  </p:sldMasterIdLst>
  <p:notesMasterIdLst>
    <p:notesMasterId xmlns:r="http://schemas.openxmlformats.org/officeDocument/2006/relationships" r:id="R0f3a68ee601b44ee"/>
  </p:notesMasterIdLst>
  <p:sldIdLst>
    <p:sldId xmlns:r="http://schemas.openxmlformats.org/officeDocument/2006/relationships" id="256" r:id="R385627411a10469b"/>
    <p:sldId xmlns:r="http://schemas.openxmlformats.org/officeDocument/2006/relationships" id="257" r:id="R41b0526c94e44ffd"/>
    <p:sldId xmlns:r="http://schemas.openxmlformats.org/officeDocument/2006/relationships" id="258" r:id="R4dfed61403e7465d"/>
    <p:sldId xmlns:r="http://schemas.openxmlformats.org/officeDocument/2006/relationships" id="259" r:id="R31e553af14ad4256"/>
    <p:sldId xmlns:r="http://schemas.openxmlformats.org/officeDocument/2006/relationships" id="260" r:id="Rcca8b7b58b354aba"/>
    <p:sldId xmlns:r="http://schemas.openxmlformats.org/officeDocument/2006/relationships" id="261" r:id="Rb69611f172794927"/>
    <p:sldId xmlns:r="http://schemas.openxmlformats.org/officeDocument/2006/relationships" id="262" r:id="Rbae945769a074de3"/>
    <p:sldId xmlns:r="http://schemas.openxmlformats.org/officeDocument/2006/relationships" id="263" r:id="R321bde08cb1a418f"/>
    <p:sldId xmlns:r="http://schemas.openxmlformats.org/officeDocument/2006/relationships" id="264" r:id="Rb76fa530c3044fb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4d72183203420c" /><Relationship Type="http://schemas.openxmlformats.org/officeDocument/2006/relationships/slideMaster" Target="/ppt/slideMasters/slideMaster1.xml" Id="R7e65fae614ff4e14" /><Relationship Type="http://schemas.openxmlformats.org/officeDocument/2006/relationships/notesMaster" Target="/ppt/notesMasters/notesMaster1.xml" Id="R0f3a68ee601b44ee" /><Relationship Type="http://schemas.openxmlformats.org/officeDocument/2006/relationships/presProps" Target="/ppt/presProps.xml" Id="R9de0b272785d48cf" /><Relationship Type="http://schemas.openxmlformats.org/officeDocument/2006/relationships/tableStyles" Target="/ppt/tableStyles.xml" Id="Ra907f0a0b5d34745" /><Relationship Type="http://schemas.openxmlformats.org/officeDocument/2006/relationships/slide" Target="/ppt/slides/slide1.xml" Id="R385627411a10469b" /><Relationship Type="http://schemas.openxmlformats.org/officeDocument/2006/relationships/slide" Target="/ppt/slides/slide2.xml" Id="R41b0526c94e44ffd" /><Relationship Type="http://schemas.openxmlformats.org/officeDocument/2006/relationships/slide" Target="/ppt/slides/slide3.xml" Id="R4dfed61403e7465d" /><Relationship Type="http://schemas.openxmlformats.org/officeDocument/2006/relationships/slide" Target="/ppt/slides/slide4.xml" Id="R31e553af14ad4256" /><Relationship Type="http://schemas.openxmlformats.org/officeDocument/2006/relationships/slide" Target="/ppt/slides/slide5.xml" Id="Rcca8b7b58b354aba" /><Relationship Type="http://schemas.openxmlformats.org/officeDocument/2006/relationships/slide" Target="/ppt/slides/slide6.xml" Id="Rb69611f172794927" /><Relationship Type="http://schemas.openxmlformats.org/officeDocument/2006/relationships/slide" Target="/ppt/slides/slide7.xml" Id="Rbae945769a074de3" /><Relationship Type="http://schemas.openxmlformats.org/officeDocument/2006/relationships/slide" Target="/ppt/slides/slide8.xml" Id="R321bde08cb1a418f" /><Relationship Type="http://schemas.openxmlformats.org/officeDocument/2006/relationships/slide" Target="/ppt/slides/slide9.xml" Id="Rb76fa530c3044f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dd18cf9d104d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703110825c4dff" /><Relationship Type="http://schemas.openxmlformats.org/officeDocument/2006/relationships/notesMaster" Target="/ppt/notesMasters/notesMaster1.xml" Id="R7bb6fe5bbff444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06464b96ee41a9" /><Relationship Type="http://schemas.openxmlformats.org/officeDocument/2006/relationships/notesMaster" Target="/ppt/notesMasters/notesMaster1.xml" Id="R95328b447c4741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5ae8a33ecb48f7" /><Relationship Type="http://schemas.openxmlformats.org/officeDocument/2006/relationships/notesMaster" Target="/ppt/notesMasters/notesMaster1.xml" Id="Ra2268d4be76f44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91409449084793" /><Relationship Type="http://schemas.openxmlformats.org/officeDocument/2006/relationships/notesMaster" Target="/ppt/notesMasters/notesMaster1.xml" Id="Rb61829232b7c44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f3570ec51c4810" /><Relationship Type="http://schemas.openxmlformats.org/officeDocument/2006/relationships/notesMaster" Target="/ppt/notesMasters/notesMaster1.xml" Id="Rdb72621f044941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4afd65bd48458d" /><Relationship Type="http://schemas.openxmlformats.org/officeDocument/2006/relationships/notesMaster" Target="/ppt/notesMasters/notesMaster1.xml" Id="R6dc68ea80fa944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a06afad1c1470d" /><Relationship Type="http://schemas.openxmlformats.org/officeDocument/2006/relationships/notesMaster" Target="/ppt/notesMasters/notesMaster1.xml" Id="Rbfa00031a31849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53de2070f54112" /><Relationship Type="http://schemas.openxmlformats.org/officeDocument/2006/relationships/notesMaster" Target="/ppt/notesMasters/notesMaster1.xml" Id="R5556f4192c5146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e997234d164d8a" /><Relationship Type="http://schemas.openxmlformats.org/officeDocument/2006/relationships/notesMaster" Target="/ppt/notesMasters/notesMaster1.xml" Id="R299ce26efb5e48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d8b9652244d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9639d1a0da4d92" /><Relationship Type="http://schemas.openxmlformats.org/officeDocument/2006/relationships/slideLayout" Target="/ppt/slideLayouts/slideLayout1.xml" Id="R7f113b149bfb4b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113b149bfb4b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49a171db04e43" /><Relationship Type="http://schemas.openxmlformats.org/officeDocument/2006/relationships/image" Target="/ppt/media/image.png" Id="R6c8003c367a34d25" /><Relationship Type="http://schemas.openxmlformats.org/officeDocument/2006/relationships/notesSlide" Target="/ppt/notesSlides/notesSlide1.xml" Id="Rad12161d7b3743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acd05510b4ff4" /><Relationship Type="http://schemas.openxmlformats.org/officeDocument/2006/relationships/notesSlide" Target="/ppt/notesSlides/notesSlide2.xml" Id="R81b93896c7a74d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71fc73ca34db2" /><Relationship Type="http://schemas.openxmlformats.org/officeDocument/2006/relationships/notesSlide" Target="/ppt/notesSlides/notesSlide3.xml" Id="Ra41325da1cee42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d4b89d53c4685" /><Relationship Type="http://schemas.openxmlformats.org/officeDocument/2006/relationships/notesSlide" Target="/ppt/notesSlides/notesSlide4.xml" Id="Rc679c825fedf48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8adf3df4a4a36" /><Relationship Type="http://schemas.openxmlformats.org/officeDocument/2006/relationships/notesSlide" Target="/ppt/notesSlides/notesSlide5.xml" Id="R0818ffda2cf848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7efa2daa04878" /><Relationship Type="http://schemas.openxmlformats.org/officeDocument/2006/relationships/notesSlide" Target="/ppt/notesSlides/notesSlide6.xml" Id="R0f2ef8c7eaa746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57d48ef254eb5" /><Relationship Type="http://schemas.openxmlformats.org/officeDocument/2006/relationships/notesSlide" Target="/ppt/notesSlides/notesSlide7.xml" Id="R26168a8eb7864d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feec6b2464669" /><Relationship Type="http://schemas.openxmlformats.org/officeDocument/2006/relationships/notesSlide" Target="/ppt/notesSlides/notesSlide8.xml" Id="Rd7525daa6ada42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fa8cabef7405f" /><Relationship Type="http://schemas.openxmlformats.org/officeDocument/2006/relationships/notesSlide" Target="/ppt/notesSlides/notesSlide9.xml" Id="Rc2c6965abe694b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9E5FC-2420-4B45-95E3-318528FE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7FA6F-4E25-46ED-9DAB-D9E0C545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RECOBRIDGE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DA3A6-C5A8-464A-95D9-766FB6C4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Hệ gợi ý từ dữ liệu</a:t>
            </a:r>
          </a:p>
          <a:p xmlns:a="http://schemas.openxmlformats.org/drawingml/2006/main">
            <a:pPr algn="l">
              <a:defRPr sz="330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đến sản phẩm vận hành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BBDCE-1301-44D3-8E0E-3FF64886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Đồ án Machine Learning · Release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641A5-5C34-4B53-9730-640BE4DC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Synerise data  →  leakage-safe ranking  →  FastAPI  →  Web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D31A3-699C-43D0-A91A-1114571A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01034-B1E3-4C45-914C-C9D88DF4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RELEASE CÓ KIỂM SOÁT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0281D-01A7-4CAD-9DF8-01D01D9E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219700"/>
            <a:ext cx="1924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4CF49-B2BC-45B6-A3E8-E27FD9AD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52673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DEMO END-TO-END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003c367a34d25"/>
          <a:srcRect xmlns:a="http://schemas.openxmlformats.org/drawingml/2006/main" l="25643" t="0" r="256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619750" cy="6057900"/>
          </a:xfrm>
          <a:prstGeom xmlns:a="http://schemas.openxmlformats.org/drawingml/2006/main" prst="roundRect">
            <a:avLst>
              <a:gd name="adj" fmla="val 271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9F203-DC47-439F-87BD-47F5FDE8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90600"/>
            <a:ext cx="76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814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586A7-D7BE-4B3D-A0DF-3F54094F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RECOBRIDGE · RELEASE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30AD8-8870-4A71-8D9D-BC83BD60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Bài toán là tích hợp quyết định, không chỉ tối ưu một metric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5CB33-89E6-4ADF-B139-069257A7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80992-D02F-45CC-9B90-8B57CC18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C3B63-BA3E-4D14-9A71-180D4BDB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476625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2C94B-290E-44B2-BD0F-187B0602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2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7C9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69D3E-E720-4B0A-AD1C-C6FBF4B2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D40AE-F351-43B7-977C-A9B15F18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Chuẩn hóa 6 tệp Synerise, chia theo thời gian và kiểm soát leakage.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ED222-AB90-4AEF-BF7C-346FAEC3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3476625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5CBA5B-4F15-41DA-82C5-C9653219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90750"/>
            <a:ext cx="72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A3518-116E-4EBB-9454-59ED1DA1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914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QUYẾT ĐỊNH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F7A80-7B12-461A-B6FB-C7824D09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7662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Tạo candidate, phân cụm người dùng, xếp hạng và áp release gate.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DDB60-872E-4E00-AADA-0411047A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3476625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29324-B079-4648-896C-A2BF2FE2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72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7C9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CAE74-D710-4D99-8FAD-445E123A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VẬN HÀNH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1FFF5-FFCE-4F74-9187-77DE2E9F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76625"/>
            <a:ext cx="2905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Bundle có checksum, API độ trễ thấp, web demo và feedback idempotent.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7C763-3896-4460-A912-490358A4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Kết quả cần bảo vệ: một hệ thống đưa ra quyết định đúng, biết khi nào chưa đủ an toàn để promote.</a:t>
            </a:r>
          </a:p>
        </p:txBody>
      </p:sp>
    </p:spTree>
    <p:extLst>
      <p:ext uri="{BB962C8B-B14F-4D97-AF65-F5344CB8AC3E}">
        <p14:creationId xmlns:p14="http://schemas.microsoft.com/office/powerpoint/2010/main" val="1050465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A7B75C-EE25-4D06-8FFD-F818F800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RECOBRIDGE · RELEASE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E285C-5B04-4553-886A-20CCDEDB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Pipeline khép kín: dữ liệu → mô hình → trải nghiệm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82B33-C957-486B-B98E-0ECC4237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5DAAE-C75B-4825-BEA7-B10B89F2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3BBDA-DE8A-42C3-AFF6-85A9055D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571625" cy="17907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77813-4E10-46AE-93E8-EA0E71FA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74F10-385A-4677-BFFE-21A7895C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3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DBEEB-64DE-47B8-A54D-A9A2E87B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3BCC8-65BB-4223-9065-098C64AC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6 tệp Synerise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A6EA9-2A3D-49EA-B005-29F72301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52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37F7C-A5D5-4F96-8429-E2B05634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305050"/>
            <a:ext cx="1571625" cy="17907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2A76E-2358-44AD-94E3-8957B86A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7650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9ECC2-4E93-4FB1-995E-E93510F9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24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3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3A681-31E8-4622-B8D3-732235FA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CURATE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039EF-488B-46F1-9C2F-99AEAA4E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909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schema + time 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323FD-0293-4C89-8B01-DB029579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52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0DE05-D229-429A-9D06-2E9DAEF4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05050"/>
            <a:ext cx="1571625" cy="17907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C82B74-2FDF-4B96-9CFB-73BB695C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AA08A-E25D-4192-813B-4241FA51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3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E5B83-4AB7-450C-AC8B-BB5CFEBA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03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CANDIDATES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95ADB-D32C-4B4F-B259-357F171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909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popular + category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B6F4E-F7E1-47EA-AA96-7E724DF5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52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C6C68-1DA6-4CAD-BC1C-E400DA8D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05050"/>
            <a:ext cx="1571625" cy="17907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1B52B1-D89A-476F-90D7-3BA6547D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7650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D58380-9DB1-42E2-92DD-728E1575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24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3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34C661-052E-4216-952C-1C70C67E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003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RANK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7E4DA3-93FF-43EC-B8F8-45D4F790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909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K-Means + XGB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211EC2-9C9D-4A42-A304-DE0D79A7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52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0F2268-766B-4BB3-AA0F-86FB1F88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05050"/>
            <a:ext cx="1571625" cy="17907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8552E3-DCCE-4097-A5BF-8A784D39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1277C1-BE63-4704-95CF-BDC1ADEE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24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3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7678C0-89BD-42C4-98C4-24B86ED8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003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7A0F56-C091-4FBA-9F0A-17F42E43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FastAPI + checksum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EB4CD8-3D5B-42CE-B213-E67C925A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952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12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D669E4-FCAE-486D-A718-4BFF8C45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05050"/>
            <a:ext cx="1571625" cy="17907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59F3B0-1BDE-4511-9BC8-189335AF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47650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504672-3A89-4B30-8FF7-C10CD085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52412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3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4C52BC-C360-42AB-AA2A-2877996E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0003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7B0B6B-EAD2-4542-A392-2B91D926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3909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feedback idempotent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CEA27F-5619-41CF-AFB2-DC3A230D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11087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3F53EF-3D72-436E-893A-CFEFDA83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69.600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A19762-038C-4D8D-A8BE-581E76A6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7C9F2"/>
                </a:solidFill>
                <a:latin typeface="Arial"/>
                <a:ea typeface="Arial"/>
                <a:cs typeface="Arial"/>
              </a:rPr>
              <a:t>training rows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E0951C-7AD9-4B5C-8FE4-93333030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19650"/>
            <a:ext cx="147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20.000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F762DE-402D-4F7A-A0DC-0CE1FEF0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387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7C9F2"/>
                </a:solidFill>
                <a:latin typeface="Arial"/>
                <a:ea typeface="Arial"/>
                <a:cs typeface="Arial"/>
              </a:rPr>
              <a:t>release users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0C8623-E630-44F6-BE76-36E209DE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96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48.388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CF1A97-3274-4DBE-874B-232E52E8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238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7C9F2"/>
                </a:solidFill>
                <a:latin typeface="Arial"/>
                <a:ea typeface="Arial"/>
                <a:cs typeface="Arial"/>
              </a:rPr>
              <a:t>served candidates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A11446-3B82-4F08-8570-87DA4551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196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Một bundle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55983F-8376-428B-8510-F3B4D8D4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38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7C9F2"/>
                </a:solidFill>
                <a:latin typeface="Arial"/>
                <a:ea typeface="Arial"/>
                <a:cs typeface="Arial"/>
              </a:rPr>
              <a:t>version + checksum</a:t>
            </a:r>
          </a:p>
        </p:txBody>
      </p:sp>
    </p:spTree>
    <p:extLst>
      <p:ext uri="{BB962C8B-B14F-4D97-AF65-F5344CB8AC3E}">
        <p14:creationId xmlns:p14="http://schemas.microsoft.com/office/powerpoint/2010/main" val="1023098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302FD-21C5-483F-8661-95228650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RECOBRIDGE · RELEASE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69B87-1ED0-4DDC-88D4-D5F5B70F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K-Means định tuyến; XGBoost xếp hạng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323B2-7307-4DDC-9A49-24D2F749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C2036-8A7D-495D-B399-3A45D14C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F45F5-C2DC-42B3-884D-AC7EB97F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85775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446ED-DD70-4DB5-90A3-0075B62A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581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C49A0-5E36-45B3-8549-4141B434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UNSUPERVISED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30655-3A06-4BBB-BC57-CD0D067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K-Means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0300CA-620B-4534-B508-A398CACB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000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• Chia người dùng thành 4 nhóm hành vi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• Silhouette = 0,4232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• Cụm nhỏ nhất = 7,235%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• Dùng cho routing candidate và feature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34596-A00B-4142-9CC8-BCFDFDC9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242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95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1B6A9-A361-4F7B-86D1-B514CD3E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512445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F3E0E-42BA-496F-8231-45E0C420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764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A16E4-5221-4AA6-BA53-5D8EE962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240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SUPERVISED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E154E-B952-43E3-A860-D6953C71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XGBoost Ranker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22C128-E97B-4839-946F-A61AF286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42672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• Học thứ tự item trong từng query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• 28 feature, 348 query train hợp lệ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• Chỉ chấm điểm candidate đã được lấy ra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• Không thể cứu item bị bỏ sót trước ranking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F51B6-AD30-4C44-BD60-B2B1ADDF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1087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BBB3D-3FBC-4819-BC37-591DAB26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Release gate đứng sau cả hai: chất lượng ranking tốt vẫn chưa đủ nếu candidate recall thấp.</a:t>
            </a:r>
          </a:p>
        </p:txBody>
      </p:sp>
    </p:spTree>
    <p:extLst>
      <p:ext uri="{BB962C8B-B14F-4D97-AF65-F5344CB8AC3E}">
        <p14:creationId xmlns:p14="http://schemas.microsoft.com/office/powerpoint/2010/main" val="1156296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06D595-5E1C-4146-A7BD-A2D7FF85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RECOBRIDGE · RELEASE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CABB5-1AEB-4091-9EAC-8023D9B3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2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XGBoost đã train và vượt baseline khi positive nằm trong candidates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4AFE7-1D21-4BDA-8104-BD6B9E7F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47139-4688-4A75-B0D0-D3BE574C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01582-3FC8-4CA5-99C2-B3015099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619125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91059-BA7B-4053-A6E9-7A3F5542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F6F7E"/>
                </a:solidFill>
                <a:latin typeface="Arial"/>
                <a:ea typeface="Arial"/>
                <a:cs typeface="Arial"/>
              </a:rPr>
              <a:t>NDCG@10 × 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23F16-760E-48B1-A35E-BA7B0C76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3F97F-883B-433C-871D-4C0B3BE3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A0678-2FDB-45B4-9AFE-9BDBD0BE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6BD43-0CF4-4996-8755-2A7C156F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094DA-7A08-467D-A735-01F37FF7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46447-BB23-44B0-83B3-B0142F14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36C41-2120-471C-9834-A462D284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0094C-F633-4BE3-ADC8-268D0BB9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0DCAB-B53F-4673-83A6-92702662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2F250-B47B-4F21-8D94-DFCE7846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C78F6A-1C07-49DC-A1D8-2EA25B4B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0941"/>
            <a:ext cx="685800" cy="4063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271EC-BCEA-4C98-8D28-C7996327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5004"/>
            <a:ext cx="685800" cy="232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3A76E-2754-43BF-9A69-F4FD9880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1391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0.65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FBF2D-FF33-4B16-B565-431B98CC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35454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3.69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C5999-BC67-448A-B4DC-742DB0EE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00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7C7F3-31E1-4738-A3AB-094039B6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85440"/>
            <a:ext cx="685800" cy="481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2CB49E-6DC0-4569-A17B-D4AAC874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63711"/>
            <a:ext cx="685800" cy="2103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D4FEF-1F4A-440B-8155-F92CB4D4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7589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0.77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ED669-28BC-4922-864F-E08B41B2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54161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3.35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F4831D-FCB9-43DB-810C-36FBDF7C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00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5CCC2C-A9A1-4661-8753-D9683E4C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0070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B448F6-955D-48A8-8342-5BC5632F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626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FEC0D7-91F5-4DC1-9C1A-D3FA287C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0070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9A6327-AFBA-4228-A34B-CCFA2AF7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626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7218E8-1808-4A6F-B907-89DF8693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52600"/>
            <a:ext cx="4572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8A9CB2-C7ED-46EA-B34C-A8E8CF8A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7526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7724BD-D4C8-4BAD-8A18-6B906C04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81200"/>
            <a:ext cx="4114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+471,5%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358B44-4040-4466-9CD2-318F0FCA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19375"/>
            <a:ext cx="411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Validation gain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64BCBD-446D-4F47-83AF-6E064C0E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52775"/>
            <a:ext cx="4572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D5F5C8-DFED-43CB-8239-00EEA6EA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52775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7DAC82-4D1D-43A6-8428-D72ADB36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81375"/>
            <a:ext cx="4114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+336,6%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20D607-07C1-4819-87C0-6D0499A4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19550"/>
            <a:ext cx="411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Test gain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F1E831-6C2C-41D3-A5FF-31647B32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52950"/>
            <a:ext cx="4572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39702B-B7C8-4676-AFBC-67A15912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5295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23A528-9A81-433D-9AA6-4F19F7CA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81550"/>
            <a:ext cx="4114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0F30E1-A8DB-43E9-B6CB-337EA238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19725"/>
            <a:ext cx="411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feature leakage-safe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BF5F14-A0B9-4BB8-8ECC-E3863D21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67375"/>
            <a:ext cx="4114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Không dùng tương lai để tạo feature cho quá khứ.</a:t>
            </a:r>
          </a:p>
        </p:txBody>
      </p:sp>
    </p:spTree>
    <p:extLst>
      <p:ext uri="{BB962C8B-B14F-4D97-AF65-F5344CB8AC3E}">
        <p14:creationId xmlns:p14="http://schemas.microsoft.com/office/powerpoint/2010/main" val="14793912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A2CD2-2432-43A3-903D-401B23B2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RECOBRIDGE · RELEASE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2C418-0301-4883-8679-52CEB314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4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XGBoost bị chặn vì candidate recall — không phải training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B1FE3-B74E-415D-9FE3-89FD818B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0CD5F-D372-479F-B44E-90A26E01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7C86F-C4D5-4D75-BF13-F66E7433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723900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A8E2F-2C23-4E3D-9638-FECEF350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Candidate Recall@200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F791B-03E0-42DD-A24F-5B4B1128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D94C4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D94C4C"/>
                </a:solidFill>
                <a:latin typeface="Arial"/>
                <a:ea typeface="Arial"/>
                <a:cs typeface="Arial"/>
              </a:rPr>
              <a:t>6,50%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E924E-8EEE-406B-A7C9-EDC4CB66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289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F7E"/>
                </a:solidFill>
                <a:latin typeface="Arial"/>
                <a:ea typeface="Arial"/>
                <a:cs typeface="Arial"/>
              </a:rPr>
              <a:t>release gate 70%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8BFCF-5457-42C9-B4DF-DFBC86AC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191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A4704-3FE1-43E4-9CB1-A7F786F4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571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80BE2-73EA-41C3-9D89-570905D9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385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490D7-3B1B-40F5-A4E1-C7338EBE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positive item lọt vào candidate 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348F4-A205-49A3-BC28-9D0EFB7F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348 / 2.875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E879E2-788F-4175-8256-5F5079D5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624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train queries có thể học ranking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C4BDE-64A1-46E0-AEBF-687A66D4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90700"/>
            <a:ext cx="350520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01EC6D-9B36-40DC-8D3D-40B6278D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571F3-30F9-4934-BD41-E1C14172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240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RELEASE 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ECB80-B64B-47F0-A71F-426EF569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2890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Không promote</a:t>
            </a:r>
          </a:p>
          <a:p xmlns:a="http://schemas.openxmlformats.org/drawingml/2006/main">
            <a:pPr algn="l">
              <a:defRPr sz="25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9EF4C-9C3F-4658-9840-15586161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2781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Production dùng fallback</a:t>
            </a:r>
          </a:p>
          <a:p xmlns:a="http://schemas.openxmlformats.org/drawingml/2006/main">
            <a:pPr algn="l">
              <a:defRPr sz="16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category_popular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FB2F7-6C77-4799-801C-74BBE869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0"/>
            <a:ext cx="11087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1136F2-529F-4DE7-A560-EE0BDA1F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62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Thông điệp bảo vệ: hệ thống biết từ chối một model chưa đủ điều kiện vận hành.</a:t>
            </a:r>
          </a:p>
        </p:txBody>
      </p:sp>
    </p:spTree>
    <p:extLst>
      <p:ext uri="{BB962C8B-B14F-4D97-AF65-F5344CB8AC3E}">
        <p14:creationId xmlns:p14="http://schemas.microsoft.com/office/powerpoint/2010/main" val="16306961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106582-B732-4AD5-8EFF-074305AF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RECOBRIDGE · RELEASE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B3FDE-3AFA-4ABF-8DC4-1DCFEA9E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Runtime đã có bằng chứng nghiệm thu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1FA39-8883-4446-BE62-5E4262A0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1A9F6-CC14-449F-8B1D-B2615651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650BF-B1CE-43A2-AAA6-5807B3C2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25717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80F57-C4DD-460F-8CD9-62DCDB47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6F5A8-0ECB-41AD-91B2-0D29A467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20.000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90F6F-34D9-4B1E-845E-F945C53F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users trong bundle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11C4E-02AB-4869-B308-EEC0B47C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90700"/>
            <a:ext cx="25717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8732B-1A5E-4620-A6F0-F30981DD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907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7327B-8502-4062-9A5E-21002BFA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1930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48.388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1F61B-AE06-41E6-829B-15A28D73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5747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candidate products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7327B-B7BB-4174-8348-35262922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25717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DC48A-F422-4CEE-85A0-9878AF09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907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2ECA7-6E30-4D04-AC39-208F0207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6,07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085DA-2C57-447B-85B6-12CB69FF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5747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FastAPI p95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46F5A-EE27-4CDC-85EF-E63BD944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2114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1.000 ASGI requests; gate &lt; 200 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538A9-CF0E-4E3B-A7D7-846712DE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90700"/>
            <a:ext cx="257175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8F9AD-5348-47C0-ADB4-79655375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9070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842D6-6817-4163-97A4-8F369C5D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1930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B9C8F3-5BE1-47A4-8F67-8C32BF20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57475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12B"/>
                </a:solidFill>
                <a:latin typeface="Arial"/>
                <a:ea typeface="Arial"/>
                <a:cs typeface="Arial"/>
              </a:rPr>
              <a:t>automated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B9AA6-9DE9-4E00-9C9E-0C0B8B6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05125"/>
            <a:ext cx="2114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15 ML/API + 3 web.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7BE521-23AA-4D81-82CD-444E03E4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9A7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9A7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0E890-E950-4990-A3D6-75835599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Alias production có checksum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4A17D9-5894-4C86-ADF2-54E994D5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Bundle sai checksum bị từ chối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96476D-4ACE-4453-A947-B1977D69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823BBA-AF1F-4FEA-AF18-960CE9FB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9A7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9A7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72E5DD-B987-414C-8B51-7EF2DF56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Hai profile thật cho kết quả khác nhau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A5A746-A2B2-4550-852B-711BCDCA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86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10002945 ≠ 10005456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36F2F7-7AFA-410A-83A8-0887A111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01505A-4593-43BA-8849-A3DD47EF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9A7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9A7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3AB8B2-3353-404B-B7B2-1DB4A672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76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Guest có degraded mode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F01114-8A31-40F2-BAC2-8FBE0BBD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fallback = recent_popular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5DBE14-ABB3-4718-8121-DB6288E8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3880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262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43F76-9294-4725-89B3-789B1B90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RECOBRIDGE · RELEASE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81F88-E4C7-4317-99FC-923AB7CA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Kịch bản demo: cohort thật, fallback thật, feedback thật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4FB3D-E958-459B-9DBE-89252B11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AF925-4921-418E-B56D-0D922169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F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6F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B185B-09D5-4063-94F4-6E06D76C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42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9F3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C0D92-F004-4A9E-9398-899EF350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PROFILE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546A0-ECAB-45A2-B8F8-8F81706E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10002945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225B0-99EE-4429-A143-0A1C5ADA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219232 · 1243077</a:t>
            </a:r>
          </a:p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561077 · 52586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6E395-B0EC-4176-8F49-D7F00DA0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52600"/>
            <a:ext cx="342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338D4-863A-4E06-B4D8-0403A930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81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PROFILE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C695E-EC5F-4AFF-B3C9-4AADA06E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10005456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0F992-01B4-4F7C-BBD0-6C92AC8F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1068914 · 1086081</a:t>
            </a:r>
          </a:p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219232 · 609119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74065-4547-4D16-BD9B-58C29236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342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8E957-DF37-4215-8E8D-7EA8D191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GUEST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0A035-E327-451B-A1D1-6F71C948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anonymous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D761E-43CE-4E27-A627-04BA70D9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degraded mode</a:t>
            </a:r>
          </a:p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12B"/>
                </a:solidFill>
                <a:latin typeface="Arial"/>
                <a:ea typeface="Arial"/>
                <a:cs typeface="Arial"/>
              </a:rPr>
              <a:t>recent_popular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A865D-7411-4E52-94BB-A6712C7C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11087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11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0E581B-5670-4473-B050-C8AC20F3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C9F2"/>
                </a:solidFill>
                <a:latin typeface="Arial"/>
                <a:ea typeface="Arial"/>
                <a:cs typeface="Arial"/>
              </a:rPr>
              <a:t>CHẠY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6197A-0F4A-47F2-8B14-FEE8DE9A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.\scripts\start-demo.ps1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B9B9F-2CAB-4FAB-8D92-E8E6B3B5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00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.\scripts\smoke-demo.ps1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5D01B-EEDD-4D3C-A901-86B41D7E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.\scripts\stop-demo.ps1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BE68C-A435-4508-835B-1C096DCD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C9F2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B5709C-BF5A-4B78-AAAE-780E8F70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911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C9F2"/>
                </a:solidFill>
                <a:latin typeface="Arial"/>
                <a:ea typeface="Arial"/>
                <a:cs typeface="Arial"/>
              </a:rPr>
              <a:t>Verify A/B/guest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CA50D-9E2E-47E7-AF34-CB97748A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91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7C9F2"/>
                </a:solidFill>
                <a:latin typeface="Arial"/>
                <a:ea typeface="Arial"/>
                <a:cs typeface="Arial"/>
              </a:rPr>
              <a:t>Stop sạch process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51553-C936-445A-A5A0-85E648D4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08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Cuối demo: gửi feedback hai lần để chứng minh idempotency, rồi mở production.json để giải thích release gate.</a:t>
            </a:r>
          </a:p>
        </p:txBody>
      </p:sp>
    </p:spTree>
    <p:extLst>
      <p:ext uri="{BB962C8B-B14F-4D97-AF65-F5344CB8AC3E}">
        <p14:creationId xmlns:p14="http://schemas.microsoft.com/office/powerpoint/2010/main" val="2183387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3C0FFD-BF76-4AE0-A909-E324B48F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E5219-B707-4592-A3DF-7FE1E8F2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7C9F2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1B652-BD77-41D5-8CDC-739EFDEF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8580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RecoBridge đã sẵn sàng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để trình bày như một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sản phẩm có quản trị.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DBC65-5E60-49B1-A247-760767B3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7F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7F3"/>
                </a:solidFill>
                <a:latin typeface="Arial"/>
                <a:ea typeface="Arial"/>
                <a:cs typeface="Arial"/>
              </a:rPr>
              <a:t>Production baseline hôm nay. XGBoost là ứng viên đã version hóa. Candidate retrieval là điểm nâng cấp tiếp theo.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349DE-8BE4-4048-806E-56E2F97F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339EA-B4F6-4380-A0FC-6593AA86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767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3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13092-956A-4685-AABD-6CF1C65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Tăng candidate 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B91A1-29F6-40F1-9A1F-7F102961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48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C9F2"/>
                </a:solidFill>
                <a:latin typeface="Arial"/>
                <a:ea typeface="Arial"/>
                <a:cs typeface="Arial"/>
              </a:rPr>
              <a:t>retrieval đa nguồn + embedding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F9B3E-1B7B-4563-B845-09E9507E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0B7A4-7C39-4ECC-AB78-2DF379A3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3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4B267-C534-4D2E-8263-BB82E95A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Đánh giá rolling windows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C0E88-3279-4BA6-9255-8F060FB9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97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C9F2"/>
                </a:solidFill>
                <a:latin typeface="Arial"/>
                <a:ea typeface="Arial"/>
                <a:cs typeface="Arial"/>
              </a:rPr>
              <a:t>ổn định theo thời gian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BE61F-7FED-4DDF-A54D-92826145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419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E79C3-958D-4549-917E-10F80E62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3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51013B-AA9C-490E-94DD-66843749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91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Promote tự động có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B86EB-DC22-478E-B78F-31207926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791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C9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7C9F2"/>
                </a:solidFill>
                <a:latin typeface="Arial"/>
                <a:ea typeface="Arial"/>
                <a:cs typeface="Arial"/>
              </a:rPr>
              <a:t>audit +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EAB94-BC6D-4520-BC12-B2DBBD80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85850"/>
            <a:ext cx="3143250" cy="40957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9C52D-3CF7-4F41-803A-352CCA4C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097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77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7F2"/>
                </a:solidFill>
                <a:latin typeface="Arial"/>
                <a:ea typeface="Arial"/>
                <a:cs typeface="Arial"/>
              </a:rPr>
              <a:t>THÔNG ĐIỆP CHỐT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5594C-CC83-4B4A-832A-70AB9D63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24955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Một model tốt</a:t>
            </a:r>
          </a:p>
          <a:p xmlns:a="http://schemas.openxmlformats.org/drawingml/2006/main">
            <a:pPr algn="ctr">
              <a:defRPr sz="22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không chỉ biết</a:t>
            </a:r>
          </a:p>
          <a:p xmlns:a="http://schemas.openxmlformats.org/drawingml/2006/main">
            <a:pPr algn="ctr">
              <a:defRPr sz="22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dự đoán —</a:t>
            </a:r>
          </a:p>
          <a:p xmlns:a="http://schemas.openxmlformats.org/drawingml/2006/main">
            <a:pPr algn="ctr">
              <a:defRPr sz="22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nó phải biết</a:t>
            </a:r>
          </a:p>
          <a:p xmlns:a="http://schemas.openxmlformats.org/drawingml/2006/main">
            <a:pPr algn="ctr">
              <a:defRPr sz="22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khi nào chưa nên</a:t>
            </a:r>
          </a:p>
          <a:p xmlns:a="http://schemas.openxmlformats.org/drawingml/2006/main">
            <a:pPr algn="ctr">
              <a:defRPr sz="2250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được release.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D7A47-DD2E-4493-8534-0EF5066C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29150"/>
            <a:ext cx="114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286CB-2877-4C34-989D-7A254E67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76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263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263D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736773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2026-07-23T20:27:51.8560000Z</dcterms:created>
  <dcterms:modified xsi:type="dcterms:W3CDTF">2026-07-23T20:27:51.8560000Z</dcterms:modified>
</coreProperties>
</file>